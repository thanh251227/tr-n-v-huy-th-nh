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TỔNG KẾT VIỆC SỬ DỤNG CÔNG CỤ AI TRONG HỌC TẬP CỦA SINH VIÊN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Chèn ảnh nền chủ đề AI &amp; logo trường/khoa (placeholder)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khảo sát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Tìm hiểu mức độ sử dụng các công cụ AI trong học tập</a:t>
            </a:r>
          </a:p>
          <a:p>
            <a:r>
              <a:t>• Đánh giá ảnh hưởng của AI đến hiệu quả học tập</a:t>
            </a:r>
          </a:p>
          <a:p>
            <a:r>
              <a:t>• Xác định mức độ phụ thuộc và nhận thức của sinh viên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Phương pháp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Số lượng khảo sát: 10 sinh viên</a:t>
            </a:r>
          </a:p>
          <a:p>
            <a:r>
              <a:t>• Hình thức: Google Form</a:t>
            </a:r>
          </a:p>
          <a:p>
            <a:r>
              <a:t>• Phân tích dữ liệu bằng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Thống kê kết quả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60% sinh viên lo ngại về tư duy phản biện</a:t>
            </a:r>
          </a:p>
          <a:p>
            <a:r>
              <a:t>• 70% sử dụng AI thường xuyên (4–5 điểm)</a:t>
            </a:r>
          </a:p>
          <a:p>
            <a:r>
              <a:t>• Công cụ phổ biến: ChatGPT, Claude, Gemini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Phân tích công cụ cần thiết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AI hỗ trợ viết luận, lập trình, tóm tắt tài liệu</a:t>
            </a:r>
          </a:p>
          <a:p>
            <a:r>
              <a:t>• Mức độ yêu thích cao ở CNTT &amp; Ngôn ngữ Anh</a:t>
            </a:r>
          </a:p>
          <a:p>
            <a:r>
              <a:t>• Tính ứng dụng: hỗ trợ học tập nhanh, chính xác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AI trở thành công cụ phổ biến trong học tập</a:t>
            </a:r>
          </a:p>
          <a:p>
            <a:r>
              <a:t>• Tăng hiệu quả, tiết kiệm thời gian, học tập chủ động</a:t>
            </a:r>
          </a:p>
          <a:p>
            <a:r>
              <a:t>• Tuy nhiên gây lo ngại về tư duy phản biện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nghị cải thiện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Tăng cường hướng dẫn sử dụng AI có trách nhiệm</a:t>
            </a:r>
          </a:p>
          <a:p>
            <a:r>
              <a:t>• Tích hợp AI vào môn học theo cách kiểm soát</a:t>
            </a:r>
          </a:p>
          <a:p>
            <a:r>
              <a:t>• Khuyến khích sinh viên tự tư duy trước khi dùng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